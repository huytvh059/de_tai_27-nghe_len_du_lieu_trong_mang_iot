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7303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uytvh059/De_tai_27-Nghe_len_du_lieu_trong_mang_IoT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NGHE LÉN DỮ LIỆU CẢM BIẾN</a:t>
            </a:r>
            <a:endParaRPr lang="en-US" sz="4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MẠNG IoT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tài 27 — Học phần Bảo mật IoT (INT4410)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429768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viên: Thi Võ Hoàng Huy — MSSV 231A010454</a:t>
            </a:r>
            <a:endParaRPr lang="en-US" sz="15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GVHD: Hồ Nhựt Minh</a:t>
            </a:r>
            <a:endParaRPr lang="en-US" sz="15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Trường Đại học Văn Hiến — Khoa CNTT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Giới thiệu &amp; mục tiêu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bị IoT gửi dữ liệu cảm biến qua giao thức MQTT; nhiều nơi truyền dạng thô (cleartext).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 đề: bất kỳ ai bắt được gói tin trên đường truyền đều đọc được dữ liệu (nghe lén).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1: minh họa bằng thực nghiệm rủi ro nghe lén khi truyền cleartext.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2: so sánh ba mức bảo vệ dữ liệu — cleartext, HMAC-SHA256, AES-256-GCM.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3: kiểm chứng xác thực và phân quyền (ACL) ở tầng broker.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4: phân tích mối đe dọa và đề xuất biện pháp phòng chống.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tài 27 — Bảo mật IoT (INT4410)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&amp; luồng dữ liệu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32004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E79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(cảm biến giả lập DHT22)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886200" y="2560320"/>
            <a:ext cx="868680" cy="0"/>
          </a:xfrm>
          <a:prstGeom prst="line">
            <a:avLst/>
          </a:prstGeom>
          <a:noFill/>
          <a:ln w="22225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3703320" y="214884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gửi (publish)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800600" y="2011680"/>
            <a:ext cx="27432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E79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MQTT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(Mosquitto)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589520" y="2560320"/>
            <a:ext cx="868680" cy="0"/>
          </a:xfrm>
          <a:prstGeom prst="line">
            <a:avLst/>
          </a:prstGeom>
          <a:noFill/>
          <a:ln w="22225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7406640" y="214884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(subscribe)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503920" y="2011680"/>
            <a:ext cx="31089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E79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(server giám sát)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3108960"/>
            <a:ext cx="0" cy="1051560"/>
          </a:xfrm>
          <a:prstGeom prst="line">
            <a:avLst/>
          </a:prstGeom>
          <a:noFill/>
          <a:ln w="19050">
            <a:solidFill>
              <a:srgbClr val="1F4E79"/>
            </a:solidFill>
            <a:prstDash val="dash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309360" y="33832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bắt gói tin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00600" y="4160520"/>
            <a:ext cx="2743200" cy="822960"/>
          </a:xfrm>
          <a:prstGeom prst="rect">
            <a:avLst/>
          </a:prstGeom>
          <a:solidFill>
            <a:srgbClr val="EEF2F7"/>
          </a:solidFill>
          <a:ln w="15875">
            <a:solidFill>
              <a:srgbClr val="6B7280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Kẻ nghe lén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5394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nhạy cảm gửi đi: device_id, nhiệt độ, độ ẩm. Đường truyền chung nằm ngoài vùng tin cậy — nếu không mã hóa, kẻ nghe lén đọc được toàn bộ.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tài 27 — Bảo mật IoT (INT4410)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mức bảo vệ dữ liệu (payload)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30175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Cách gửi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Trên đường truyền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Kẻ nghe lén thấy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Cleartext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(gửi thô)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{"device_id":"DHT22-SENSOR-001","temperature":24.5,"humidity":60.2}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Đọc được toàn bộ dữ liệu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HMAC-SHA256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 "data": {…}, "hmac": "9b1deb4d…" }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Vẫn đọc được, nhưng sửa là bị phát hiện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AES-256-GCM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 iv, ciphertext, tag } — chuỗi Base64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Chỉ thấy chuỗi vô nghĩa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tài 27 — Bảo mật IoT (INT4410)</a:t>
            </a:r>
            <a:endParaRPr lang="en-US" sz="900" dirty="0"/>
          </a:p>
        </p:txBody>
      </p:sp>
      <p:sp>
        <p:nvSpPr>
          <p:cNvPr id="3" name="Text 2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thực &amp; phân quyền tại broker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Dựng broker Mosquitto cục bộ trên máy ảo Ubuntu; các client (publisher/subscriber) chạy trên máy Windows — mô hình hai máy.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Bật xác thực username/password: chỉ tài khoản hợp lệ mới kết nối được.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sách kiểm soát truy cập (ACL): publisher_user chỉ được GHI, subscriber_user chỉ được ĐỌC trên topic iot/sensor/data.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Chống giả mạo danh tính: sai mật khẩu → broker từ chối kết nối (Not authorized).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Chống vượt quyền: tài khoản chỉ có quyền đọc mà cố ghi → bị ACL chặn (Denied PUBLISH).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tài 27 — Bảo mật IoT (INT4410)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Tám kịch bản thử nghiệm (TC-01 → TC-08)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4279392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6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Mã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Kịch bản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Kết quả mong đợi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Cleartext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dạng rõ — đọc được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HMAC hợp lệ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"XÁC THỰC HMAC THÀNH CÔNG"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HMAC bị sửa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"XÁC THỰC HMAC THẤT BẠI"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AES-256-GCM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Ciphertext + "GIẢI MÃ THÀNH CÔNG"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AES-GCM bị phá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"LỖI GIẢI MÃ"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Đăng nhập hợp lệ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Truyền dữ liệu bình thường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Sai mật khẩu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Từ chối kết nối ("Not authorized")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ACL chặn ghi trái phép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"Denied PUBLISH" (mã 135)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kịch bản đều có log và ảnh chụp màn hình làm minh chứng.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tài 27 — Bảo mật IoT (INT4410)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chính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6035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Cleartext: lộ toàn bộ dữ liệu trên đường truyền.</a:t>
            </a:r>
            <a:endParaRPr lang="en-US" sz="16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HMAC: phát hiện ngay khi gói tin bị sửa.</a:t>
            </a:r>
            <a:endParaRPr lang="en-US" sz="16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AES-256-GCM: đường truyền chỉ còn ciphertext; bị can thiệp → lỗi giải mã.</a:t>
            </a:r>
            <a:endParaRPr lang="en-US" sz="16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mật khẩu: broker từ chối kết nối.</a:t>
            </a:r>
            <a:endParaRPr lang="en-US" sz="16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quyền: ACL chặn ghi (Denied PUBLISH).</a:t>
            </a:r>
            <a:endParaRPr lang="en-US" sz="16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Đủ 8/8 kịch bản chạy thật, có log + ảnh minh chứng.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tài 27 — Bảo mật IoT (INT4410)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071514-7B90-2FCD-C672-50E676C863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0235" y="3080384"/>
            <a:ext cx="5922645" cy="25768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F002500-9E70-7BD4-C2AB-F248CF0189A3}"/>
              </a:ext>
            </a:extLst>
          </p:cNvPr>
          <p:cNvSpPr txBox="1"/>
          <p:nvPr/>
        </p:nvSpPr>
        <p:spPr>
          <a:xfrm>
            <a:off x="7625474" y="5737367"/>
            <a:ext cx="20521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i="1" dirty="0"/>
              <a:t>Minh họa kịch bản cleartext</a:t>
            </a:r>
            <a:endParaRPr lang="en-US" sz="1200" i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rủi ro &amp; biện pháp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3840480"/>
        </p:xfrm>
        <a:graphic>
          <a:graphicData uri="http://schemas.openxmlformats.org/drawingml/2006/table">
            <a:tbl>
              <a:tblPr/>
              <a:tblGrid>
                <a:gridCol w="4846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Mối đe dọa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Biện pháp phòng chống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Nghe lén (Information Disclosure)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Mã hóa AES-256-GCM / bật TLS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Sửa đổi (Tampering)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HMAC-SHA256 / authentication tag của AES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Giả mạo (Spoofing)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Xác thực username/password + ACL ở broker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Phát lại (Replay)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Thêm timestamp / nonce vào bản tin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Lộ khóa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Quản lý khóa ngoài mã nguồn, xoay khóa định kỳ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tài 27 — Bảo mật IoT (INT4410)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xuất cấu hình an toàn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tiên cao: mã hóa AES-256-GCM ở tầng payload để chống nghe lén và sửa đổi.</a:t>
            </a:r>
            <a:endParaRPr lang="en-US" sz="170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tiên cao: bật xác thực username/password + ACL trên broker để chống giả mạo và vượt quyền.</a:t>
            </a:r>
            <a:endParaRPr lang="en-US" sz="170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tiên vừa: bật TLS ở tầng vận chuyển (cổng 8883) để mã hóa toàn bộ kênh MQTT.</a:t>
            </a:r>
            <a:endParaRPr lang="en-US" sz="170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tiên vừa: quản lý khóa an toàn (không hardcode), xoay khóa định kỳ.</a:t>
            </a:r>
            <a:endParaRPr lang="en-US" sz="170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Nguyên tắc: phòng thủ nhiều lớp — payload + vận chuyển + kiểm soát truy cập.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tài 27 — Bảo mật IoT (INT4410)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 &amp; hướng phát triển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minh họa rõ rủi ro nghe lén dữ liệu cảm biến khi truyền dạng thô.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chứng thành công HMAC-SHA256, AES-256-GCM và xác thực/ACL qua 8 kịch bản có minh chứng.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Bốn mục tiêu đề ra đều đạt.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phát triển: bật TLS (8883); dùng kho khóa + xoay khóa; thêm cơ chế chống phát lại; mở rộng với thiết bị thật (ESP32, Raspberry Pi).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tài 27 — Bảo mật IoT (INT4410)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nguồn &amp; tài liệu tham khảo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GitHub:</a:t>
            </a:r>
            <a:endParaRPr lang="en-US" sz="1600" dirty="0"/>
          </a:p>
        </p:txBody>
      </p:sp>
      <p:sp>
        <p:nvSpPr>
          <p:cNvPr id="4" name="Text 2">
            <a:hlinkClick r:id="rId3"/>
          </p:cNvPr>
          <p:cNvSpPr/>
          <p:nvPr/>
        </p:nvSpPr>
        <p:spPr>
          <a:xfrm>
            <a:off x="548640" y="22860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u="sng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github.com/huytvh059/De_tai_27-Nghe_len_du_lieu_trong_mang_IoT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 tham khảo:</a:t>
            </a:r>
            <a:endParaRPr lang="en-US" sz="14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 Mosquitto · Eclipse Paho MQTT (Python)</a:t>
            </a:r>
            <a:endParaRPr lang="en-US" sz="14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2104 (HMAC) · NIST SP 800-38D (AES-GCM) · OWASP ISVS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5029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 thầy và các bạn đã lắng nghe!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1089</Words>
  <Application>Microsoft Office PowerPoint</Application>
  <PresentationFormat>Widescreen</PresentationFormat>
  <Paragraphs>142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Hoàng Huy</cp:lastModifiedBy>
  <cp:revision>2</cp:revision>
  <dcterms:created xsi:type="dcterms:W3CDTF">2026-07-24T15:57:56Z</dcterms:created>
  <dcterms:modified xsi:type="dcterms:W3CDTF">2026-07-24T16:58:12Z</dcterms:modified>
</cp:coreProperties>
</file>